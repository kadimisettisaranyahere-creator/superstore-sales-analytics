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nya k" userId="ad2323975517fe0e" providerId="LiveId" clId="{F3DB2AE3-4143-4873-BE73-5DB8D4158CC3}"/>
    <pc:docChg chg="modSld">
      <pc:chgData name="saranya k" userId="ad2323975517fe0e" providerId="LiveId" clId="{F3DB2AE3-4143-4873-BE73-5DB8D4158CC3}" dt="2026-09-11T04:30:06.960" v="0" actId="14100"/>
      <pc:docMkLst>
        <pc:docMk/>
      </pc:docMkLst>
      <pc:sldChg chg="modSp mod">
        <pc:chgData name="saranya k" userId="ad2323975517fe0e" providerId="LiveId" clId="{F3DB2AE3-4143-4873-BE73-5DB8D4158CC3}" dt="2026-09-11T04:30:06.960" v="0" actId="14100"/>
        <pc:sldMkLst>
          <pc:docMk/>
          <pc:sldMk cId="0" sldId="267"/>
        </pc:sldMkLst>
        <pc:spChg chg="mod">
          <ac:chgData name="saranya k" userId="ad2323975517fe0e" providerId="LiveId" clId="{F3DB2AE3-4143-4873-BE73-5DB8D4158CC3}" dt="2026-09-11T04:30:06.960" v="0" actId="14100"/>
          <ac:spMkLst>
            <pc:docMk/>
            <pc:sldMk cId="0" sldId="267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6B6D4"/>
                </a:solidFill>
                <a:latin typeface="Aptos"/>
              </a:rPr>
              <a:t>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  <a:latin typeface="Aptos"/>
              </a:rPr>
              <a:t>Sales &amp;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9456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Aptos"/>
              </a:rPr>
              <a:t>Analysis using Python + Power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6B6D4"/>
                </a:solidFill>
                <a:latin typeface="Aptos"/>
              </a:rPr>
              <a:t>DATA  →  INSIGHTS  →  BUSINESS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2377440" cy="96012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038344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67527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892040"/>
            <a:ext cx="2377440" cy="96012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5038344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367527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Power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4892040"/>
            <a:ext cx="2743200" cy="960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5038344"/>
            <a:ext cx="2377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367527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BBA – Business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ptos"/>
              </a:rPr>
              <a:t>Turning Superstore transaction data into practical business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6B6D4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ptos"/>
              </a:rPr>
              <a:t>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463040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Prepare and transform the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6B6D4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060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ptos"/>
              </a:rPr>
              <a:t>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606040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Measure sales, profit, orders and 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39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6B6D4"/>
                </a:solidFill>
                <a:latin typeface="Apto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4903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ptos"/>
              </a:rPr>
              <a:t>Visualize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749039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Create six analytical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6B6D4"/>
                </a:solidFill>
                <a:latin typeface="Aptos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920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ptos"/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4892040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Build an interactive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7160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Clean and prepare the Superstore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5176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Perform descriptive statistics and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93192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Analyze sales and profit by category, region and segment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4173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37160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Identify trends, outliers and discount–profit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974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65176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Build an interactive Power BI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977639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Aptos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931920"/>
            <a:ext cx="49377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Convert findings into business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Dataset &amp;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291840" cy="123444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63624"/>
            <a:ext cx="2926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92808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Sample Superstore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291840" cy="12344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1563624"/>
            <a:ext cx="2926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892808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Python / Pandas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17320"/>
            <a:ext cx="3291840" cy="12344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1563624"/>
            <a:ext cx="2926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892808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Power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63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Aptos"/>
              </a:rPr>
              <a:t>Key fields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ptos"/>
              </a:rPr>
              <a:t>Order Date • Ship Date • Category • Region • Segment
Sales • Quantity • Discount • Profit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Data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ptos"/>
              </a:rPr>
              <a:t>Python workflow used in Google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Read 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1938528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Inspect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938528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Missing + duplicates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1938528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TRANSFORM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Dates + Year +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1938528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Shipping Days + Margin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6104" y="1938528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1828800"/>
            <a:ext cx="1691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Aptos"/>
              </a:rPr>
              <a:t>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2286000"/>
            <a:ext cx="1691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Aptos"/>
              </a:rPr>
              <a:t>Cleaned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Exploratory Data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2.30M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286.40K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5K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PROFIT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≈12.4%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63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Aptos"/>
              </a:rPr>
              <a:t>Analyses performed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57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Descriptive statistics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657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Sales &amp; profit by category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159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Sales &amp; profit by region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159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Sales &amp; profit by segment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74336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Correlation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974336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ptos"/>
              </a:rPr>
              <a:t>• Sales outlier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Python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ptos"/>
              </a:rPr>
              <a:t>Six charts created for pattern and performance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Monthly Sales Trend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5087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7373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40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Sales by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5087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7373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40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Profit by Category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661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976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Sales by Region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5661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0" y="37947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2976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Discount vs Profit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566160"/>
            <a:ext cx="3383280" cy="155448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2976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Top 10 Products by Sales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Key Visualization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32588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Technology leads overall sales and profit contribution.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58568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225856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West records the highest sales.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91256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191256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Office Supplies is a strong contributor to total profit.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FURNITURE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123944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Lower profitability suggests reviewing pricing and costs.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5663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Aptos"/>
              </a:rPr>
              <a:t>DISCOUNT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056632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Higher discounting should be monitored for its effect on profit.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Power BI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ptos"/>
              </a:rPr>
              <a:t>Interactive business view for decision-making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2.30M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286.40K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TOTAL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5K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417320"/>
            <a:ext cx="251460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1563624"/>
            <a:ext cx="2148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PROFIT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892808"/>
            <a:ext cx="2148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≈12.4%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Aptos"/>
              </a:rPr>
              <a:t>Dashboard visuals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CBD5E1"/>
                </a:solidFill>
                <a:latin typeface="Aptos"/>
              </a:rPr>
              <a:t>Sales by Category • Profit by Category • Sales by Region
Discount vs Profit • Top 10 Products by Sales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Interactive Dashboard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42316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55063"/>
            <a:ext cx="2057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SLICER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2057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1508760"/>
            <a:ext cx="242316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03320" y="1655063"/>
            <a:ext cx="2057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SLICER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84248"/>
            <a:ext cx="2057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REGION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508760"/>
            <a:ext cx="242316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655063"/>
            <a:ext cx="2057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SLICER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84248"/>
            <a:ext cx="2057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508760"/>
            <a:ext cx="242316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81159" y="1655063"/>
            <a:ext cx="2057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BD5E1"/>
                </a:solidFill>
                <a:latin typeface="Aptos"/>
              </a:rPr>
              <a:t>SLICER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1984248"/>
            <a:ext cx="2057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8FAFC"/>
                </a:solidFill>
                <a:latin typeface="Aptos"/>
              </a:rPr>
              <a:t>SEGMENT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375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Aptos"/>
              </a:rPr>
              <a:t>Filter the dashboard to compare performance across different business dimensions.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6908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BD5E1"/>
                </a:solidFill>
                <a:latin typeface="Aptos"/>
              </a:rPr>
              <a:t>Interactive analysis supports faster and clearer business decisions.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Business Insights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6B6D4"/>
                </a:solidFill>
                <a:latin typeface="Aptos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• Technology is the strongest overall category.
• West is the highest-sales region.
• Furniture needs attention to profitability.
• Discount levels should be monitored.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Aptos"/>
              </a:rPr>
              <a:t>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• Prioritize high-performing products and categories.
• Improve Furniture pricing and cost control.
• Use discounts selectively.
• Plan inventory around strong demand.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6B6D4"/>
                </a:solidFill>
                <a:latin typeface="Apto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7772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  <a:latin typeface="Aptos"/>
              </a:rPr>
              <a:t>From raw transactions
to business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95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CBD5E1"/>
                </a:solidFill>
                <a:latin typeface="Aptos"/>
              </a:rPr>
              <a:t>Python helped clean, explore and visualize the data, while Power BI converted the results into an interactive dashboard for practical decision-making.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663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ptos"/>
              </a:rPr>
              <a:t>Saranya • BBA – Business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CBD5E1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515</Words>
  <Application>Microsoft Office PowerPoint</Application>
  <PresentationFormat>Widescreen</PresentationFormat>
  <Paragraphs>151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saranya k</cp:lastModifiedBy>
  <cp:revision>1</cp:revision>
  <dcterms:created xsi:type="dcterms:W3CDTF">2013-01-27T09:14:16Z</dcterms:created>
  <dcterms:modified xsi:type="dcterms:W3CDTF">2026-09-11T04:30:16Z</dcterms:modified>
  <cp:category/>
</cp:coreProperties>
</file>