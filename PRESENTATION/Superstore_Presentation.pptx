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Sales &amp; Profitability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Using Python and Power BI</a:t>
            </a:r>
          </a:p>
          <a:p>
            <a:pPr>
              <a:defRPr sz="2000"/>
            </a:pPr>
            <a:r>
              <a:t>Presented by: Saranya</a:t>
            </a:r>
          </a:p>
          <a:p>
            <a:pPr>
              <a:defRPr sz="2000"/>
            </a:pPr>
            <a:r>
              <a:t>Course: BBA – Business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analyzes Superstore sales data.</a:t>
            </a:r>
          </a:p>
          <a:p>
            <a:pPr>
              <a:defRPr sz="2000"/>
            </a:pPr>
            <a:r>
              <a:t>Focus areas include sales, profit, products, categories, regions, and customer segments.</a:t>
            </a:r>
          </a:p>
          <a:p>
            <a:pPr>
              <a:defRPr sz="2000"/>
            </a:pPr>
            <a:r>
              <a:t>Python was used for data cleaning, analysis, and visualization.</a:t>
            </a:r>
          </a:p>
          <a:p>
            <a:pPr>
              <a:defRPr sz="2000"/>
            </a:pPr>
            <a:r>
              <a:t>Power BI was used to create an interactive business dashboard.</a:t>
            </a:r>
          </a:p>
          <a:p>
            <a:pPr>
              <a:defRPr sz="2000"/>
            </a:pPr>
            <a:r>
              <a:t>The objective is to convert raw data into useful business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Analyze overall sales and profit performance.</a:t>
            </a:r>
          </a:p>
          <a:p>
            <a:pPr>
              <a:defRPr sz="1600"/>
            </a:pPr>
            <a:r>
              <a:t>Clean and prepare the Superstore dataset.</a:t>
            </a:r>
          </a:p>
          <a:p>
            <a:pPr>
              <a:defRPr sz="1600"/>
            </a:pPr>
            <a:r>
              <a:t>Perform exploratory data analysis using Python.</a:t>
            </a:r>
          </a:p>
          <a:p>
            <a:pPr>
              <a:defRPr sz="1600"/>
            </a:pPr>
            <a:r>
              <a:t>Compare sales and profit across categories and regions.</a:t>
            </a:r>
          </a:p>
          <a:p>
            <a:pPr>
              <a:defRPr sz="1600"/>
            </a:pPr>
            <a:r>
              <a:t>Analyze discount and its relationship with profit.</a:t>
            </a:r>
          </a:p>
          <a:p>
            <a:pPr>
              <a:defRPr sz="1600"/>
            </a:pPr>
            <a:r>
              <a:t>Identify the top 10 products by sales.</a:t>
            </a:r>
          </a:p>
          <a:p>
            <a:pPr>
              <a:defRPr sz="1600"/>
            </a:pPr>
            <a:r>
              <a:t>Create an interactive Power BI dashboard.</a:t>
            </a:r>
          </a:p>
          <a:p>
            <a:pPr>
              <a:defRPr sz="1600"/>
            </a:pPr>
            <a:r>
              <a:t>Provide business recommendations based on the findings.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fields: Order ID, Order Date, Ship Date, Customer, Product Name, Category, Region, Segment, Sales, Quantity, Discount, Profit.</a:t>
            </a:r>
          </a:p>
          <a:p>
            <a:pPr>
              <a:defRPr sz="2000"/>
            </a:pPr>
            <a:r>
              <a:t>Tools: Python, Google Colab, Pandas, NumPy, Matplotlib, Power BI, Git and GitHub.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Loaded the Superstore CSV file.</a:t>
            </a:r>
          </a:p>
          <a:p>
            <a:pPr>
              <a:defRPr sz="1600"/>
            </a:pPr>
            <a:r>
              <a:t>Inspected rows, columns, and data types.</a:t>
            </a:r>
          </a:p>
          <a:p>
            <a:pPr>
              <a:defRPr sz="1600"/>
            </a:pPr>
            <a:r>
              <a:t>Checked missing values and duplicate records.</a:t>
            </a:r>
          </a:p>
          <a:p>
            <a:pPr>
              <a:defRPr sz="1600"/>
            </a:pPr>
            <a:r>
              <a:t>Converted Order Date and Ship Date into date format.</a:t>
            </a:r>
          </a:p>
          <a:p>
            <a:pPr>
              <a:defRPr sz="1600"/>
            </a:pPr>
            <a:r>
              <a:t>Created Year and Month fields.</a:t>
            </a:r>
          </a:p>
          <a:p>
            <a:pPr>
              <a:defRPr sz="1600"/>
            </a:pPr>
            <a:r>
              <a:t>Calculated Shipping Days and Profit Margin.</a:t>
            </a:r>
          </a:p>
          <a:p>
            <a:pPr>
              <a:defRPr sz="1600"/>
            </a:pPr>
            <a:r>
              <a:t>Saved the cleaned dataset as cleaned_superstore.csv.</a:t>
            </a:r>
          </a:p>
          <a:p>
            <a:pPr>
              <a:defRPr sz="1600"/>
            </a:pPr>
            <a:r>
              <a:t>Flow: Raw Data → Data Cleaning → Feature Creation → Cleaned Dataset →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Descriptive statistics</a:t>
            </a:r>
          </a:p>
          <a:p>
            <a:pPr>
              <a:defRPr sz="2000"/>
            </a:pPr>
            <a:r>
              <a:t>Total Sales, Total Profit, Total Quantity and Total Orders</a:t>
            </a:r>
          </a:p>
          <a:p>
            <a:pPr>
              <a:defRPr sz="2000"/>
            </a:pPr>
            <a:r>
              <a:t>Sales and Profit by Category</a:t>
            </a:r>
          </a:p>
          <a:p>
            <a:pPr>
              <a:defRPr sz="2000"/>
            </a:pPr>
            <a:r>
              <a:t>Sales and Profit by Region</a:t>
            </a:r>
          </a:p>
          <a:p>
            <a:pPr>
              <a:defRPr sz="2000"/>
            </a:pPr>
            <a:r>
              <a:t>Sales and Profit by Segment</a:t>
            </a:r>
          </a:p>
          <a:p>
            <a:pPr>
              <a:defRPr sz="2000"/>
            </a:pPr>
            <a:r>
              <a:t>Correlation analysis</a:t>
            </a:r>
          </a:p>
          <a:p>
            <a:pPr>
              <a:defRPr sz="2000"/>
            </a:pPr>
            <a:r>
              <a:t>Sales outlier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Monthly Sales Trend</a:t>
            </a:r>
          </a:p>
          <a:p>
            <a:pPr>
              <a:defRPr sz="2000"/>
            </a:pPr>
            <a:r>
              <a:t>Sales by Category</a:t>
            </a:r>
          </a:p>
          <a:p>
            <a:pPr>
              <a:defRPr sz="2000"/>
            </a:pPr>
            <a:r>
              <a:t>Profit by Category</a:t>
            </a:r>
          </a:p>
          <a:p>
            <a:pPr>
              <a:defRPr sz="2000"/>
            </a:pPr>
            <a:r>
              <a:t>Sales by Region</a:t>
            </a:r>
          </a:p>
          <a:p>
            <a:pPr>
              <a:defRPr sz="2000"/>
            </a:pPr>
            <a:r>
              <a:t>Discount vs Profit</a:t>
            </a:r>
          </a:p>
          <a:p>
            <a:pPr>
              <a:defRPr sz="2000"/>
            </a:pPr>
            <a:r>
              <a:t>Top 10 Products by Sales</a:t>
            </a:r>
          </a:p>
          <a:p>
            <a:pPr>
              <a:defRPr sz="2000"/>
            </a:pPr>
            <a:r>
              <a:t>The six charts are included in the project’s visualizations folder.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Technology is the strongest sales category.</a:t>
            </a:r>
          </a:p>
          <a:p>
            <a:pPr>
              <a:defRPr sz="2000"/>
            </a:pPr>
            <a:r>
              <a:t>West is the highest-sales region.</a:t>
            </a:r>
          </a:p>
          <a:p>
            <a:pPr>
              <a:defRPr sz="2000"/>
            </a:pPr>
            <a:r>
              <a:t>Technology contributes strongly to overall profit.</a:t>
            </a:r>
          </a:p>
          <a:p>
            <a:pPr>
              <a:defRPr sz="2000"/>
            </a:pPr>
            <a:r>
              <a:t>Furniture shows comparatively lower profitability.</a:t>
            </a:r>
          </a:p>
          <a:p>
            <a:pPr>
              <a:defRPr sz="2000"/>
            </a:pPr>
            <a:r>
              <a:t>Discount levels should be monitored because excessive discounting can affect profit.</a:t>
            </a:r>
          </a:p>
          <a:p>
            <a:pPr>
              <a:defRPr sz="2000"/>
            </a:pPr>
            <a:r>
              <a:t>A small group of products contributes significantly to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KPI Cards: Total Sales – 2.30M</a:t>
            </a:r>
          </a:p>
          <a:p>
            <a:pPr>
              <a:defRPr sz="2000"/>
            </a:pPr>
            <a:r>
              <a:t>Total Profit – 286.40K</a:t>
            </a:r>
          </a:p>
          <a:p>
            <a:pPr>
              <a:defRPr sz="2000"/>
            </a:pPr>
            <a:r>
              <a:t>Total Orders – approximately 5K</a:t>
            </a:r>
          </a:p>
          <a:p>
            <a:pPr>
              <a:defRPr sz="2000"/>
            </a:pPr>
            <a:r>
              <a:t>Profit Margin – approximately 12.4%</a:t>
            </a:r>
          </a:p>
          <a:p>
            <a:pPr>
              <a:defRPr sz="2000"/>
            </a:pPr>
            <a:r>
              <a:t>Charts: Sales by Category, Profit by Category, Sales by Region, Discount vs Profit, Top 10 Products by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dashboard includes slicers for Year, Region, Category and Segment.</a:t>
            </a:r>
          </a:p>
          <a:p>
            <a:pPr>
              <a:defRPr sz="2000"/>
            </a:pPr>
            <a:r>
              <a:t>Users can filter the dashboard interactively.</a:t>
            </a:r>
          </a:p>
          <a:p>
            <a:pPr>
              <a:defRPr sz="2000"/>
            </a:pPr>
            <a:r>
              <a:t>This helps compare different parts of the business and identify changes in sales and profitability.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Insights:</a:t>
            </a:r>
          </a:p>
          <a:p>
            <a:pPr>
              <a:defRPr sz="1600"/>
            </a:pPr>
            <a:r>
              <a:t>1. Technology records the highest sales and is an important contributor to profit.</a:t>
            </a:r>
          </a:p>
          <a:p>
            <a:pPr>
              <a:defRPr sz="1600"/>
            </a:pPr>
            <a:r>
              <a:t>2. Furniture requires attention to pricing, costs and discounts.</a:t>
            </a:r>
          </a:p>
          <a:p>
            <a:pPr>
              <a:defRPr sz="1600"/>
            </a:pPr>
            <a:r>
              <a:t>3. West records the highest sales among the regions.</a:t>
            </a:r>
          </a:p>
          <a:p>
            <a:pPr>
              <a:defRPr sz="1600"/>
            </a:pPr>
            <a:r>
              <a:t>4. Office Supplies is an important contributor to overall profit.</a:t>
            </a:r>
          </a:p>
          <a:p>
            <a:pPr>
              <a:defRPr sz="1600"/>
            </a:pPr>
            <a:r>
              <a:t>5. Discount levels should be carefully monitored.</a:t>
            </a:r>
          </a:p>
          <a:p>
            <a:pPr>
              <a:defRPr sz="1600"/>
            </a:pPr>
            <a:r>
              <a:t>Recommendations:</a:t>
            </a:r>
          </a:p>
          <a:p>
            <a:pPr>
              <a:defRPr sz="1600"/>
            </a:pPr>
            <a:r>
              <a:t>• Focus investment on high-performing products and categories.</a:t>
            </a:r>
          </a:p>
          <a:p>
            <a:pPr>
              <a:defRPr sz="1600"/>
            </a:pPr>
            <a:r>
              <a:t>• Review discount policies and pricing strategies for lower-profit products.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transformed raw Superstore data into useful business information.</a:t>
            </a:r>
          </a:p>
          <a:p>
            <a:pPr>
              <a:defRPr sz="2000"/>
            </a:pPr>
            <a:r>
              <a:t>Python supported data cleaning, analysis and visualization.</a:t>
            </a:r>
          </a:p>
          <a:p>
            <a:pPr>
              <a:defRPr sz="2000"/>
            </a:pPr>
            <a:r>
              <a:t>Power BI provided an interactive dashboard for decision-making.</a:t>
            </a:r>
          </a:p>
          <a:p>
            <a:pPr>
              <a:defRPr sz="2000"/>
            </a:pPr>
            <a:r>
              <a:t>The analysis identified high-performing categories and regions.</a:t>
            </a:r>
          </a:p>
          <a:p>
            <a:pPr>
              <a:defRPr sz="2000"/>
            </a:pPr>
            <a:r>
              <a:t>It also highlighted areas where profitability can be improved.</a:t>
            </a:r>
          </a:p>
          <a:p>
            <a:pPr>
              <a:defRPr sz="2000"/>
            </a:pPr>
            <a:r>
              <a:t>Data-driven analysis can support better sales, pricing and marketing decisions.</a:t>
            </a:r>
          </a:p>
          <a:p>
            <a:pPr>
              <a:defRPr sz="2000"/>
            </a:pPr>
            <a:r>
              <a:t>Thank You •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Superstore Sales &amp; Profitability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